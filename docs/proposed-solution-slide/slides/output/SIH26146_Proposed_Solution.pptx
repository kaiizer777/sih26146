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506852"/>
            <a:ext cx="45720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pic>
        <p:nvPicPr>
          <p:cNvPr id="7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 ·  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" y="2194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 ·  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4592" y="31089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 ·  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592" y="4114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 ·  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4592" y="5120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 ·  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1074" y="828172"/>
            <a:ext cx="6980895" cy="5305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1" descr="C:\Users\bari2\Desktop\SIH26146\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362" y="846460"/>
            <a:ext cx="6944319" cy="52691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2026-09-23T18:02:43Z</dcterms:created>
  <dcterms:modified xsi:type="dcterms:W3CDTF">2026-09-23T18:02:43Z</dcterms:modified>
</cp:coreProperties>
</file>