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699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83080" y="658368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0" y="506852"/>
            <a:ext cx="4572000" cy="461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400" dirty="0"/>
          </a:p>
        </p:txBody>
      </p:sp>
      <p:pic>
        <p:nvPicPr>
          <p:cNvPr id="7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031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4592" y="12801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 ·  SIH26146 — an end-to-end, fully air-gapped platform fusing offline blockchain graph analytics, MaxMind GeoIP/ASN enrichment, and CPU-only deep learning to flag illicit Bitcoin transaction patterns and emit court-admissible forensic dossiers for NTRO cyber-surveillance analysts.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64592" y="21945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 ·  MULTI-LAYER INGESTION &amp; CORRELATION  ·  Bulk CSV / JSON / XML traffic captures flow through FastAPI + Celery (Redis broker), are enriched offline with MaxMind GeoLite2 (City + ASN), and persisted via binary COPY into PostgreSQL 16 and Neo4j 5.26 + GDS 2.13.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64592" y="310896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 ·  GRAPH ANALYTICS &amp; ANOMALY CORE  ·  Neo4j Louvain community detection plus CIOH (Common-Input-Ownership) heuristics cluster multi-input entities; a 7-layer PyTorch Autoencoder and FT-Transformer score 18-feature transactions (F1 = 0.6972, latency 0.0222 ms) on CPU alone.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4592" y="41148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 ·  LAUNDERING PATTERN ENGINE  ·  Deterministic Cypher rules detect peeling chains (97.2 % recall ≥ 5 hops) and CoinJoin mixers (100 % recall ≥ 3-in / ≥ 3-out equal denominations); a Graph Transformer (F1 = 0.9209, AUC = 0.9956) propagates risk from Ransomwhere seed entities across 24,673 wallets.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4592" y="51206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  ·  EXPLAINABLE TACTICAL DASHBOARD  ·  SHAP waterfall plus GNNExplainer subgraphs power a Next.js 16 Tactical Command Center with a master alert grid, D3 force graph, and 1-click JSON / PDF dossier export — running 100 % air-gapped on commodity CPU hardware.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211074" y="828172"/>
            <a:ext cx="6980895" cy="530571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C:\Users\bari2\Desktop\SIH26146\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362" y="846460"/>
            <a:ext cx="6944319" cy="52691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176" y="182880"/>
            <a:ext cx="64008" cy="61209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38817" y="13277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pic>
        <p:nvPicPr>
          <p:cNvPr id="6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51465" y="513709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016057" y="338326"/>
            <a:ext cx="7452360" cy="57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cs typeface="Arial" pitchFamily="34" charset="-120"/>
              </a:rPr>
              <a:t>TECHNICAL APPROACH</a:t>
            </a:r>
            <a:endParaRPr lang="en-US" sz="32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24757A-6B62-2741-FC03-C36D9C7A7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908546"/>
            <a:ext cx="12185522" cy="59494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279</Words>
  <Application>Microsoft Office PowerPoint</Application>
  <PresentationFormat>Widescreen</PresentationFormat>
  <Paragraphs>17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mohd faizan</cp:lastModifiedBy>
  <cp:revision>3</cp:revision>
  <dcterms:created xsi:type="dcterms:W3CDTF">2026-09-23T19:08:33Z</dcterms:created>
  <dcterms:modified xsi:type="dcterms:W3CDTF">2026-09-23T19:18:40Z</dcterms:modified>
</cp:coreProperties>
</file>